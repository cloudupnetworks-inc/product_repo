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E5A5-A551-9543-A8AF-349994E5F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BAF80-CD88-C14D-B44A-0EA03167C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4C9A1-CDD2-BC4D-B87B-F4467F3B9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51805-3CB1-3348-AB35-C4D59C88AC28}" type="datetimeFigureOut">
              <a:rPr lang="en-US" smtClean="0"/>
              <a:t>3/24/22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FA105-CAEA-8A48-940D-BD56E35C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009FF-A75D-5D47-8EEF-F86F42800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28FE-784A-0540-ACE1-18256DD2F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37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A09B-6A85-2F49-A36C-DAE27D19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AA58F-6094-1642-8FD3-CB7608C8F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6E98C-71CF-F441-ACC7-D5DF30C1F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51805-3CB1-3348-AB35-C4D59C88AC28}" type="datetimeFigureOut">
              <a:rPr lang="en-US" smtClean="0"/>
              <a:t>3/24/22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F30B0-725F-F742-B2AD-BE720A99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D543A-DF06-8F4A-9F06-6BD57A6C6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28FE-784A-0540-ACE1-18256DD2F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9BAD6-1BD6-6148-84EB-D55C8146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8CFFA-9CA8-6144-A5F7-F8596BA81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FB4EC-4102-194E-9547-A918CA15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51805-3CB1-3348-AB35-C4D59C88AC28}" type="datetimeFigureOut">
              <a:rPr lang="en-US" smtClean="0"/>
              <a:t>3/24/22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69C32-C886-5541-A589-64D663CE3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6A40D-ACB6-F547-9600-C9FBFB963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28FE-784A-0540-ACE1-18256DD2F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E899-203E-DF48-A2EC-EC1B6D7A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3E8CA-590F-3E44-825C-D39153B07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891BA-C45B-C64A-BFE5-801EBB9FD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6A798-000B-1448-921F-40EB94EF4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51805-3CB1-3348-AB35-C4D59C88AC28}" type="datetimeFigureOut">
              <a:rPr lang="en-US" smtClean="0"/>
              <a:t>3/24/22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4D1AE-359C-F64C-8A7C-23DF4DB9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52A8-F16C-0947-A7F3-4D8BA88B6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28FE-784A-0540-ACE1-18256DD2F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72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44543-043E-9743-8CFE-F43F02894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31561-1854-6A4E-9396-7B076D5F5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F82BF-74CF-DF42-91C0-34D153044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373D60-ECDC-FA48-9BDF-ED9E8FA36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24A894-87A5-5D4B-9DF6-C82A79751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7B63C1-4634-F445-8C5D-F5EFFC2E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51805-3CB1-3348-AB35-C4D59C88AC28}" type="datetimeFigureOut">
              <a:rPr lang="en-US" smtClean="0"/>
              <a:t>3/24/22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68F285-9719-F144-97B5-44A409E40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9411C3-CF29-FB47-956C-C24355796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28FE-784A-0540-ACE1-18256DD2F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6FDF2-617D-604C-A149-029F4EF58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B1EBD-8B60-1540-A1D2-647506C02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51805-3CB1-3348-AB35-C4D59C88AC28}" type="datetimeFigureOut">
              <a:rPr lang="en-US" smtClean="0"/>
              <a:t>3/24/22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6E7A2-00FB-F940-9D03-559390C2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05C3C-38D6-1147-A992-B20DE6B99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28FE-784A-0540-ACE1-18256DD2F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8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615F65-8C70-CA40-83E1-916B1472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51805-3CB1-3348-AB35-C4D59C88AC28}" type="datetimeFigureOut">
              <a:rPr lang="en-US" smtClean="0"/>
              <a:t>3/24/22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FCF7AB-4B63-DA4A-B326-8EECEB82A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0A498-D7BD-CF48-A7D3-672A75746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28FE-784A-0540-ACE1-18256DD2F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75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0BDBD-3478-7444-AD63-032B2004B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C453B-A198-3346-806F-208BF0FCC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56FA9-E0F9-E94C-9211-097FA07BF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4DB3E-00FD-5D42-A50A-C9FE4A6C4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51805-3CB1-3348-AB35-C4D59C88AC28}" type="datetimeFigureOut">
              <a:rPr lang="en-US" smtClean="0"/>
              <a:t>3/24/22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2C507-0A7A-EE40-8D87-A30AD8EA6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15B83-332B-5042-A215-54418A0A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28FE-784A-0540-ACE1-18256DD2F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0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9FEC9-7ED6-9640-AAD6-D0D819CF4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5555D3-FCCB-2A4D-BD0E-A4F776957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52C0B-A8E8-A746-982C-240FABDA0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5F310-0054-EC41-B18B-15F7E8EEC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51805-3CB1-3348-AB35-C4D59C88AC28}" type="datetimeFigureOut">
              <a:rPr lang="en-US" smtClean="0"/>
              <a:t>3/24/22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4D450-E593-9F42-A763-811DD290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91AAC-87D7-1C49-812D-F7EDA9C6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28FE-784A-0540-ACE1-18256DD2F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0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5AF6-E6E6-C142-B514-75236E6C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71611-F643-3347-97D9-D2A86683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91039-BB5D-C74B-8603-838FCB284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51805-3CB1-3348-AB35-C4D59C88AC28}" type="datetimeFigureOut">
              <a:rPr lang="en-US" smtClean="0"/>
              <a:t>3/24/22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E363B-696C-8A48-8C44-A0E7B4B2C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6BCBA-1155-9D49-9E78-A7057952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28FE-784A-0540-ACE1-18256DD2F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7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BF6442-13D4-8D45-8B57-BEA410DEC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9D00B-D92C-2849-B8C3-BAA0383DD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06E5F-5978-E740-A299-833F6615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51805-3CB1-3348-AB35-C4D59C88AC28}" type="datetimeFigureOut">
              <a:rPr lang="en-US" smtClean="0"/>
              <a:t>3/24/22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385CC-8AD1-1849-97C0-975F880E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4C4D1-4595-DC43-912C-7060428A5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28FE-784A-0540-ACE1-18256DD2F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83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167393-5A49-0044-B259-CC6790D5E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0432F-4203-B949-8F5B-E1114F839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25921-F0DB-3340-96A4-2294FC3C1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51805-3CB1-3348-AB35-C4D59C88AC28}" type="datetimeFigureOut">
              <a:rPr lang="en-US" smtClean="0"/>
              <a:t>3/24/22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7B092-1B31-734C-8D26-DD24B74871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120FB-9835-5548-B209-469FFF022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928FE-784A-0540-ACE1-18256DD2F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79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DD6C3CF-204B-6140-A091-04ED70794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436465"/>
              </p:ext>
            </p:extLst>
          </p:nvPr>
        </p:nvGraphicFramePr>
        <p:xfrm>
          <a:off x="1803400" y="462280"/>
          <a:ext cx="8128000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962249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105703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991102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990047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Name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Name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credit card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Card Type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8743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5466160038201172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visa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8437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Mark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Taylor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378282246310005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American Express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4672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Christine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Dolan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371449635398431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American Express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64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Tessa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Walker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378734493671000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American Express Corporate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4425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David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Smith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5610591081018250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Australian BankCard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8787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Clark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Braun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30569309025904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Diners Club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51449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Jasson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Phillip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38520000023237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Diners Club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089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Stephen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Smith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6011111111111110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Discover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35792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Gary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kirsten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6011000990139420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Discover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2636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Mike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Brady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3530111333300000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JCB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00003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Smith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3566002020360500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JCB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405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Josh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5555555555554440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MasterCard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67870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Mathew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Colton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5105105105105100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MasterCard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0719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Sarah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Davis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4111111111111110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Visa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85073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Venus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Johnson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4012888888881880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Visa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1565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271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</Words>
  <Application>Microsoft Macintosh PowerPoint</Application>
  <PresentationFormat>Widescreen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Williams</dc:creator>
  <cp:lastModifiedBy>John Williams</cp:lastModifiedBy>
  <cp:revision>2</cp:revision>
  <dcterms:created xsi:type="dcterms:W3CDTF">2021-07-07T14:04:59Z</dcterms:created>
  <dcterms:modified xsi:type="dcterms:W3CDTF">2022-03-24T16:25:43Z</dcterms:modified>
</cp:coreProperties>
</file>